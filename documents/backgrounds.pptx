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E6DDD-B270-4F16-B5D9-8394463535E9}" v="211" dt="2026-04-12T11:38:03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chammad Wildan Alkautsar" userId="360672ed2ee56274" providerId="LiveId" clId="{F5771622-C242-4EFB-9359-41E4DFBD7538}"/>
    <pc:docChg chg="custSel delSld modSld">
      <pc:chgData name="Muchammad Wildan Alkautsar" userId="360672ed2ee56274" providerId="LiveId" clId="{F5771622-C242-4EFB-9359-41E4DFBD7538}" dt="2026-04-12T11:38:09.425" v="216" actId="2696"/>
      <pc:docMkLst>
        <pc:docMk/>
      </pc:docMkLst>
      <pc:sldChg chg="delSp mod setBg">
        <pc:chgData name="Muchammad Wildan Alkautsar" userId="360672ed2ee56274" providerId="LiveId" clId="{F5771622-C242-4EFB-9359-41E4DFBD7538}" dt="2026-04-12T11:38:03.210" v="214"/>
        <pc:sldMkLst>
          <pc:docMk/>
          <pc:sldMk cId="0" sldId="256"/>
        </pc:sldMkLst>
        <pc:grpChg chg="del">
          <ac:chgData name="Muchammad Wildan Alkautsar" userId="360672ed2ee56274" providerId="LiveId" clId="{F5771622-C242-4EFB-9359-41E4DFBD7538}" dt="2026-04-12T11:37:45.836" v="0" actId="478"/>
          <ac:grpSpMkLst>
            <pc:docMk/>
            <pc:sldMk cId="0" sldId="256"/>
            <ac:grpSpMk id="2" creationId="{00000000-0000-0000-0000-000000000000}"/>
          </ac:grpSpMkLst>
        </pc:grpChg>
        <pc:grpChg chg="del">
          <ac:chgData name="Muchammad Wildan Alkautsar" userId="360672ed2ee56274" providerId="LiveId" clId="{F5771622-C242-4EFB-9359-41E4DFBD7538}" dt="2026-04-12T11:37:46.218" v="1" actId="478"/>
          <ac:grpSpMkLst>
            <pc:docMk/>
            <pc:sldMk cId="0" sldId="256"/>
            <ac:grpSpMk id="5" creationId="{00000000-0000-0000-0000-000000000000}"/>
          </ac:grpSpMkLst>
        </pc:grpChg>
        <pc:grpChg chg="del">
          <ac:chgData name="Muchammad Wildan Alkautsar" userId="360672ed2ee56274" providerId="LiveId" clId="{F5771622-C242-4EFB-9359-41E4DFBD7538}" dt="2026-04-12T11:37:47.161" v="3" actId="478"/>
          <ac:grpSpMkLst>
            <pc:docMk/>
            <pc:sldMk cId="0" sldId="256"/>
            <ac:grpSpMk id="8" creationId="{00000000-0000-0000-0000-000000000000}"/>
          </ac:grpSpMkLst>
        </pc:grpChg>
        <pc:grpChg chg="del">
          <ac:chgData name="Muchammad Wildan Alkautsar" userId="360672ed2ee56274" providerId="LiveId" clId="{F5771622-C242-4EFB-9359-41E4DFBD7538}" dt="2026-04-12T11:37:46.458" v="2" actId="478"/>
          <ac:grpSpMkLst>
            <pc:docMk/>
            <pc:sldMk cId="0" sldId="256"/>
            <ac:grpSpMk id="11" creationId="{00000000-0000-0000-0000-000000000000}"/>
          </ac:grpSpMkLst>
        </pc:grpChg>
      </pc:sldChg>
      <pc:sldChg chg="del">
        <pc:chgData name="Muchammad Wildan Alkautsar" userId="360672ed2ee56274" providerId="LiveId" clId="{F5771622-C242-4EFB-9359-41E4DFBD7538}" dt="2026-04-12T11:38:08.091" v="215" actId="2696"/>
        <pc:sldMkLst>
          <pc:docMk/>
          <pc:sldMk cId="0" sldId="257"/>
        </pc:sldMkLst>
      </pc:sldChg>
      <pc:sldChg chg="del">
        <pc:chgData name="Muchammad Wildan Alkautsar" userId="360672ed2ee56274" providerId="LiveId" clId="{F5771622-C242-4EFB-9359-41E4DFBD7538}" dt="2026-04-12T11:38:09.425" v="216" actId="2696"/>
        <pc:sldMkLst>
          <pc:docMk/>
          <pc:sldMk cId="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68C9FF">
                <a:alpha val="100000"/>
              </a:srgbClr>
            </a:gs>
            <a:gs pos="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cp:lastModifiedBy>Muchammad Wildan Alkautsar</cp:lastModifiedBy>
  <cp:revision>1</cp:revision>
  <dcterms:created xsi:type="dcterms:W3CDTF">2006-08-16T00:00:00Z</dcterms:created>
  <dcterms:modified xsi:type="dcterms:W3CDTF">2026-04-12T11:38:15Z</dcterms:modified>
  <dc:identifier>DAHFy1aQOVg</dc:identifier>
</cp:coreProperties>
</file>